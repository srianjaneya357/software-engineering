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Image Sensing, Formation, Sampling and 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Converting a real-world scene into a digital image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Computer Vision / Image Processing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acquisition and digital representation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Presented by: 5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Real-World Scene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Real-world objects reflect or emit 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Light carries information about objects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Camera receives this light from the scene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Scene contains objects, illumination, colors, shapes and textures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Goal: convert physical information into digital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Image Sensing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sensing is the detection of light by a sensor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Common sensors include CCD and CMOS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Sensor converts light energy into electrical signals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Signal strength depends on the amount of received 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More light produces a stronger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Factors Affecting Image Sensing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Illumination determines the amount of available 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Sensor sensitivity determines light detection capability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Lens controls the incoming 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Exposure affects captured brightness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Poor sensing can produce dark, overexposed or noisy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Image 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formation describes how a scene becomes an image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Light from objects enters the camera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The lens focuses incoming 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The sensor receives the focused 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A 2D representation of the scene is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Role of Illumination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Illumination determines scene brightness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Natural sources include sunlight and skylight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Artificial sources include bulbs and LEDs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The same object can look different under different lighting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Proper illumination improves image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Image Formation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= Illumination × Reflectance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Illumination is the light falling on an object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Reflectance is the light reflected by the object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The camera captures the combined effect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Changes in illumination or reflectance affect image appearance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From Analog Signal to Digital Image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The sensor initially produces a continuous signal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Computers require digital values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Continuous image information must be converted into digital data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converts spatial information into discrete positions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converts intensity into discrete numerical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What is Sampling?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converts continuous spatial information into discrete points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It determines where pixels are located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Each sample represents a position in the image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Higher sampling rate produces more pixels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Lower sampling rate produces fewer pixels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Sampling and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rate determines spatial resolution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High resolution provides more pixels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More pixels can represent finer image details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Low resolution can lose fine details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Resolution is commonly expressed as width × height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Under-Sampling and Aliasing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Insufficient sampling can cause aliasing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Fine patterns may appear incorrectly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Edges can become distorted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Repetitive patterns may produce false patterns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Proper sampling reduces aliasing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What is Quantization?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converts continuous intensity values into discrete levels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It determines the brightness value assigned to each pixel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Each pixel receives a numerical intensity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0 represents black and 255 represents white in an 8-bit grayscale image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256 intensity levels are available in an 8-bit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Quantization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The number of intensity levels depends on bit depth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Number of levels = 2ⁿ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1-bit provides 2 levels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4-bit provides 16 levels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8-bit provides 256 levels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24-bit color can represent millions of colors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Effect of 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High quantization levels provide smoother intensity changes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Low quantization levels reduce intensity detail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Very low levels can cause false contours or banding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Higher bit depth generally improves tonal representation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affects intensity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Relationship Between All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Real-world scene → Image sensing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sensing → Image formation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formation produces continuous image information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converts spatial information into pixels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converts intensity into numerical values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Together they produce the digital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Sampling vs Quantization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deals with spatial position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deals with intensity values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determines the number of pixels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determines the number of intensity levels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affects spatial resolution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affects intensity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Influence on Image Quality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Good sensing provides accurate scene capture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Good illumination provides proper brightness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High sampling improves spatial detail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High quantization provides smoother intensity transitions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Poor settings can cause noise, blur, aliasing, detail loss or banding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and quantization strongly influence final image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27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92708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424160" cy="4892040"/>
          </a:xfrm>
          <a:prstGeom prst="rect">
            <a:avLst/>
          </a:prstGeom>
          <a:noFill/>
        </p:spPr>
        <p:txBody>
          <a:bodyPr wrap="square" lIns="73152" rIns="45720" tIns="18288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A digital image begins with a real-world scene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Sensors capture light from the scene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Image formation creates the captured image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Sampling converts spatial information into pixels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Quantization converts intensity into numerical values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2100" b="0">
                <a:solidFill>
                  <a:srgbClr val="000000"/>
                </a:solidFill>
                <a:latin typeface="Times New Roman"/>
              </a:defRPr>
            </a:pPr>
            <a:r>
              <a:t>Both processes determine the quality of the digital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008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Times New Roman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